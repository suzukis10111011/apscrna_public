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263383" cy="307543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8_other_pr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63383" cy="30754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400" y="2324104"/>
            <a:ext cx="1506779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Survival / anti-apoptotic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179" y="1783091"/>
            <a:ext cx="1305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Proliferation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9379" y="1195278"/>
            <a:ext cx="10818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Migration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" y="560666"/>
            <a:ext cx="1506779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Proliferation + migration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3567" y="220039"/>
            <a:ext cx="1179115" cy="107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Validation cohort (3 lesions)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036" y="223100"/>
            <a:ext cx="108000" cy="1072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5624" y="2370904"/>
            <a:ext cx="19746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Survival / anti-apoptotic programme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5224" y="1783091"/>
            <a:ext cx="1305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Proliferation programme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8424" y="1195278"/>
            <a:ext cx="10818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Migration programme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5624" y="607466"/>
            <a:ext cx="19746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Proliferation + migration programme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612" y="220039"/>
            <a:ext cx="1368743" cy="107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Independent cohort GSE164241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7080" y="223100"/>
            <a:ext cx="108000" cy="1072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