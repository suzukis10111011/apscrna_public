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78524" cy="70545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4_coupling_coexist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8524" cy="70545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2102" y="1335313"/>
            <a:ext cx="130175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5507" y="934137"/>
            <a:ext cx="130175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4755" y="1193791"/>
            <a:ext cx="138486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8160" y="1510343"/>
            <a:ext cx="138486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720" y="1385495"/>
            <a:ext cx="130175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4136" y="1408877"/>
            <a:ext cx="304703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CAP1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0945" y="1730078"/>
            <a:ext cx="304703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CAP2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7753" y="1301402"/>
            <a:ext cx="304703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CAP3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8429" y="1935996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6429" y="1921596"/>
            <a:ext cx="759042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Discovery lesions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8429" y="2054203"/>
            <a:ext cx="79200" cy="792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6429" y="2039803"/>
            <a:ext cx="74242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Discovery pooled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9932" y="1935996"/>
            <a:ext cx="79200" cy="79200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37932" y="1921596"/>
            <a:ext cx="719176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Validation lesions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9932" y="2054203"/>
            <a:ext cx="79200" cy="792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37932" y="2039803"/>
            <a:ext cx="702554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Validation pooled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855" y="794019"/>
            <a:ext cx="108000" cy="1072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6500" y="1916200"/>
            <a:ext cx="79200" cy="79200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4500" y="1901800"/>
            <a:ext cx="94188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permutation null (95%)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54746" y="1916200"/>
            <a:ext cx="79200" cy="79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746" y="1901800"/>
            <a:ext cx="418298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null mean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89410" y="1916200"/>
            <a:ext cx="79200" cy="79200"/>
          </a:xfrm>
          <a:prstGeom prst="rect">
            <a:avLst/>
          </a:prstGeom>
          <a:solidFill>
            <a:srgbClr val="762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97410" y="1901800"/>
            <a:ext cx="1257692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unrelated factors (mean of 10)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12960" y="794019"/>
            <a:ext cx="108000" cy="1072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18657" y="2302877"/>
            <a:ext cx="487541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Discovery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2097" y="2302877"/>
            <a:ext cx="447675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Validation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641" y="3517633"/>
            <a:ext cx="79200" cy="79200"/>
          </a:xfrm>
          <a:prstGeom prst="rect">
            <a:avLst/>
          </a:prstGeom>
          <a:solidFill>
            <a:srgbClr val="440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92641" y="3503233"/>
            <a:ext cx="551271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inflammatory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62996" y="3517633"/>
            <a:ext cx="79200" cy="79200"/>
          </a:xfrm>
          <a:prstGeom prst="rect">
            <a:avLst/>
          </a:prstGeom>
          <a:solidFill>
            <a:srgbClr val="316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70996" y="3503233"/>
            <a:ext cx="526339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intermediate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16420" y="3517633"/>
            <a:ext cx="79200" cy="79200"/>
          </a:xfrm>
          <a:prstGeom prst="rect">
            <a:avLst/>
          </a:prstGeom>
          <a:solidFill>
            <a:srgbClr val="35B7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24420" y="3503233"/>
            <a:ext cx="609447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tissue-forming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52951" y="3517633"/>
            <a:ext cx="79200" cy="792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0951" y="3503233"/>
            <a:ext cx="28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other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815" y="2178866"/>
            <a:ext cx="495852" cy="107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Arial"/>
              </a:rPr>
              <a:t>Cell states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522" y="2234055"/>
            <a:ext cx="108000" cy="1072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815" y="3653993"/>
            <a:ext cx="499228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A  n=2,314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9660" y="3654830"/>
            <a:ext cx="108000" cy="1072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33304" y="3653993"/>
            <a:ext cx="429365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B  n=739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56794" y="3653993"/>
            <a:ext cx="512474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  n=1,018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80283" y="3653993"/>
            <a:ext cx="512474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  n=1,418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815" y="4363177"/>
            <a:ext cx="429365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E  n=726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33304" y="4363177"/>
            <a:ext cx="603893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CAP1  n=860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56794" y="4363177"/>
            <a:ext cx="603893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CAP2  n=566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80283" y="4363177"/>
            <a:ext cx="603893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CAP3  n=353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89826" y="6426258"/>
            <a:ext cx="79200" cy="79200"/>
          </a:xfrm>
          <a:prstGeom prst="rect">
            <a:avLst/>
          </a:prstGeom>
          <a:solidFill>
            <a:srgbClr val="440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97826" y="6411858"/>
            <a:ext cx="1049921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Inflammatory programme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57436" y="6426258"/>
            <a:ext cx="79200" cy="79200"/>
          </a:xfrm>
          <a:prstGeom prst="rect">
            <a:avLst/>
          </a:prstGeom>
          <a:solidFill>
            <a:srgbClr val="35B7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65436" y="6411858"/>
            <a:ext cx="1129783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Tissue-forming programme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8522" y="5466093"/>
            <a:ext cx="108000" cy="1072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0228" y="2297064"/>
            <a:ext cx="324000" cy="995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(n=5)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59458" y="2144203"/>
            <a:ext cx="324000" cy="995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(n=3)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05587" y="3365513"/>
            <a:ext cx="439200" cy="995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(2,314)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01464" y="3365513"/>
            <a:ext cx="324000" cy="995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(739)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93185" y="3365513"/>
            <a:ext cx="439200" cy="995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(1,018)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89061" y="3365513"/>
            <a:ext cx="439200" cy="995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(1,418)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89093" y="3365513"/>
            <a:ext cx="324000" cy="995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(726)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97706" y="3365513"/>
            <a:ext cx="324000" cy="995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(860)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93583" y="3365513"/>
            <a:ext cx="324000" cy="995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(566)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89459" y="3365513"/>
            <a:ext cx="324000" cy="995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(353)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