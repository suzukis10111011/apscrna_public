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630924" cy="82219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tf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30924" cy="8221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29952" y="686708"/>
            <a:ext cx="329644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MYRF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4178" y="855435"/>
            <a:ext cx="379510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SMAD3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5952" y="395085"/>
            <a:ext cx="296399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DLX5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9995" y="649873"/>
            <a:ext cx="379510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RUNX2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5747" y="228388"/>
            <a:ext cx="238222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SP7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815" y="91438"/>
            <a:ext cx="1165819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 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855" y="123883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6032" y="638545"/>
            <a:ext cx="246533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2816" y="237416"/>
            <a:ext cx="362888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NFKB1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7902" y="443955"/>
            <a:ext cx="304711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0630" y="517039"/>
            <a:ext cx="362888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NFKB2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9555" y="309896"/>
            <a:ext cx="304711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5105" y="91438"/>
            <a:ext cx="1085955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Inflammatory programme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2145" y="123883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4609" y="2701941"/>
            <a:ext cx="487555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9857" y="2701941"/>
            <a:ext cx="447688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815" y="2502411"/>
            <a:ext cx="1960049" cy="1074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Top-20 candidates, Tissue-forming programme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518" y="2501995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1899" y="2701941"/>
            <a:ext cx="487555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147" y="2701941"/>
            <a:ext cx="447688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5105" y="2502411"/>
            <a:ext cx="1882003" cy="1074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Top-20 candidates, Inflammatory programme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2808" y="2501995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257" y="8028103"/>
            <a:ext cx="79200" cy="79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257" y="8013703"/>
            <a:ext cx="104995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random 20 factors, mean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629" y="8028103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16629" y="8013703"/>
            <a:ext cx="817244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pooled ρ same 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1290" y="8028103"/>
            <a:ext cx="79200" cy="79200"/>
          </a:xfrm>
          <a:prstGeom prst="rect">
            <a:avLst/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9290" y="8013703"/>
            <a:ext cx="1033332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same sign in all 3 lesions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22" y="6210135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6523" y="6210135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