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01384" cy="539953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receptors_co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01384" cy="53995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1559" y="505254"/>
            <a:ext cx="1445245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Discovery, pseudobulk (5 lesions)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720" y="2638243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6720" y="2623843"/>
            <a:ext cx="1274557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NF-κB family set / with SMAD3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720" y="2756464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6720" y="2742064"/>
            <a:ext cx="139924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NF-κB family set / without SMAD3</a:t>
            </a:r>
          </a:p>
        </p:txBody>
      </p:sp>
      <p:sp>
        <p:nvSpPr>
          <p:cNvPr id="8" name="Rectangle 7"/>
          <p:cNvSpPr/>
          <p:nvPr/>
        </p:nvSpPr>
        <p:spPr>
          <a:xfrm>
            <a:off x="1663664" y="2638243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1664" y="2623843"/>
            <a:ext cx="176005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alternative set (ATF1, MTA1) / with SMAD3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3664" y="2756464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71664" y="2742064"/>
            <a:ext cx="188474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alternative set (ATF1, MTA1) / without SMAD3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6930" y="3014974"/>
            <a:ext cx="1435245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TF activity correlation (discovery)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017" y="556392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212" y="556392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531" y="3058788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8447" y="3058788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071" y="4973970"/>
            <a:ext cx="324000" cy="99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169" y="4973970"/>
            <a:ext cx="324000" cy="99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