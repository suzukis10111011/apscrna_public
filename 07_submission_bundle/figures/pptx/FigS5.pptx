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28254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5_raw_vs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28254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815" y="183646"/>
            <a:ext cx="878150" cy="109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single-axis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480" y="402042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80" y="387642"/>
            <a:ext cx="91694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(per lesion)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480" y="520239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480" y="505839"/>
            <a:ext cx="79228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(pooled)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480" y="638435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1480" y="624035"/>
            <a:ext cx="89201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(per lesion)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480" y="756631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480" y="742231"/>
            <a:ext cx="767353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(pooled)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769" y="201857"/>
            <a:ext cx="108000" cy="107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06" y="183646"/>
            <a:ext cx="861529" cy="109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composite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2960" y="201857"/>
            <a:ext cx="108000" cy="107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