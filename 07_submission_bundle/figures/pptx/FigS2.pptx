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29535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2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953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3658" y="542351"/>
            <a:ext cx="300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6,215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5297" y="1905777"/>
            <a:ext cx="300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1,868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936" y="1906718"/>
            <a:ext cx="300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1,865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840" y="212474"/>
            <a:ext cx="108000" cy="107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4592" y="212474"/>
            <a:ext cx="108000" cy="107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