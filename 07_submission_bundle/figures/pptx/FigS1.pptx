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27355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1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7355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815" y="183671"/>
            <a:ext cx="936326" cy="109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Discovery (5 lesions)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458554" y="405019"/>
            <a:ext cx="79200" cy="79200"/>
          </a:xfrm>
          <a:prstGeom prst="rect">
            <a:avLst/>
          </a:prstGeom>
          <a:solidFill>
            <a:srgbClr val="A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6554" y="390619"/>
            <a:ext cx="28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raw</a:t>
            </a:r>
          </a:p>
        </p:txBody>
      </p:sp>
      <p:sp>
        <p:nvSpPr>
          <p:cNvPr id="6" name="Rectangle 5"/>
          <p:cNvSpPr/>
          <p:nvPr/>
        </p:nvSpPr>
        <p:spPr>
          <a:xfrm>
            <a:off x="2458554" y="522086"/>
            <a:ext cx="79200" cy="79200"/>
          </a:xfrm>
          <a:prstGeom prst="rect">
            <a:avLst/>
          </a:prstGeom>
          <a:solidFill>
            <a:srgbClr val="4A9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6554" y="507686"/>
            <a:ext cx="40167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QC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8554" y="640934"/>
            <a:ext cx="79200" cy="79200"/>
          </a:xfrm>
          <a:prstGeom prst="rect">
            <a:avLst/>
          </a:prstGeom>
          <a:solidFill>
            <a:srgbClr val="0A5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6554" y="626534"/>
            <a:ext cx="3435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singlets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708" y="201885"/>
            <a:ext cx="108000" cy="107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7690" y="183671"/>
            <a:ext cx="896071" cy="109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Validation (3 lesions)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0618" y="403239"/>
            <a:ext cx="79200" cy="79200"/>
          </a:xfrm>
          <a:prstGeom prst="rect">
            <a:avLst/>
          </a:prstGeom>
          <a:solidFill>
            <a:srgbClr val="FDB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8618" y="388839"/>
            <a:ext cx="71748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raw (≥100 UMIs)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0618" y="522086"/>
            <a:ext cx="79200" cy="79200"/>
          </a:xfrm>
          <a:prstGeom prst="rect">
            <a:avLst/>
          </a:prstGeom>
          <a:solidFill>
            <a:srgbClr val="F37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8618" y="507686"/>
            <a:ext cx="40167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QC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0618" y="640934"/>
            <a:ext cx="79200" cy="79200"/>
          </a:xfrm>
          <a:prstGeom prst="rect">
            <a:avLst/>
          </a:prstGeom>
          <a:solidFill>
            <a:srgbClr val="AB38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8618" y="626534"/>
            <a:ext cx="3435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singlets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6583" y="201885"/>
            <a:ext cx="108000" cy="107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