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01967" cy="820369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design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1967" cy="8203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0106" y="615798"/>
            <a:ext cx="487576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5 lesions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171" y="615798"/>
            <a:ext cx="853284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Programme scores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TF activity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9352" y="615798"/>
            <a:ext cx="786791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Candidate factors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and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41" y="1259379"/>
            <a:ext cx="447707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3 lesions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8171" y="1259379"/>
            <a:ext cx="853284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Same pipeline,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cohort-internal cuts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1819" y="1259379"/>
            <a:ext cx="761857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Sign confirmation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3706" y="888324"/>
            <a:ext cx="628872" cy="3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Independent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cohort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(GSE164241)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73" y="91432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20" y="2564717"/>
            <a:ext cx="1311976" cy="1074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Discovery, 5 lesions  n=44,433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934" y="5134170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934" y="5119770"/>
            <a:ext cx="84221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Endothelium (4,375)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934" y="5250486"/>
            <a:ext cx="79200" cy="79200"/>
          </a:xfrm>
          <a:prstGeom prst="rect">
            <a:avLst/>
          </a:prstGeom>
          <a:solidFill>
            <a:srgbClr val="80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934" y="5236086"/>
            <a:ext cx="68429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Epithelium (968)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934" y="5366802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934" y="5352402"/>
            <a:ext cx="93364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Immune cells (29,358)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934" y="5483118"/>
            <a:ext cx="79200" cy="79200"/>
          </a:xfrm>
          <a:prstGeom prst="rect">
            <a:avLst/>
          </a:prstGeom>
          <a:solidFill>
            <a:srgbClr val="C9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934" y="5468718"/>
            <a:ext cx="95858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Pericytes/SMC (3,517)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934" y="5599434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934" y="5585034"/>
            <a:ext cx="86715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Stromal cells (6,215)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698" y="258057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9117" y="2564717"/>
            <a:ext cx="1278730" cy="1074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Validation, 3 lesions  n=26,090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5019" y="5134170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3019" y="5119770"/>
            <a:ext cx="84221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Endothelium (1,916)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5019" y="5250486"/>
            <a:ext cx="79200" cy="79200"/>
          </a:xfrm>
          <a:prstGeom prst="rect">
            <a:avLst/>
          </a:prstGeom>
          <a:solidFill>
            <a:srgbClr val="80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3019" y="5236086"/>
            <a:ext cx="68429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Epithelium (463)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55019" y="5366802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3019" y="5352402"/>
            <a:ext cx="93364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Immune cells (20,413)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55019" y="5483118"/>
            <a:ext cx="79200" cy="79200"/>
          </a:xfrm>
          <a:prstGeom prst="rect">
            <a:avLst/>
          </a:prstGeom>
          <a:solidFill>
            <a:srgbClr val="C9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3019" y="5468718"/>
            <a:ext cx="95858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Pericytes/SMC (1,154)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5019" y="5599434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3019" y="5585034"/>
            <a:ext cx="97520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Schwann / neural (365)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5019" y="5715750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3019" y="5701350"/>
            <a:ext cx="86715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Stromal cells (1,779)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6095" y="258057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7514" y="2564786"/>
            <a:ext cx="986268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Compartment markers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6911" y="258057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81368" y="5709391"/>
            <a:ext cx="487576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0914" y="5709391"/>
            <a:ext cx="447707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98327" y="8014026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06327" y="7999626"/>
            <a:ext cx="52638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Endothelium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60133" y="8014026"/>
            <a:ext cx="79200" cy="79200"/>
          </a:xfrm>
          <a:prstGeom prst="rect">
            <a:avLst/>
          </a:prstGeom>
          <a:solidFill>
            <a:srgbClr val="80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68133" y="7999626"/>
            <a:ext cx="44326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Epithelium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38823" y="8014026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46823" y="7999626"/>
            <a:ext cx="56793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Immune cells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2187" y="8014026"/>
            <a:ext cx="79200" cy="79200"/>
          </a:xfrm>
          <a:prstGeom prst="rect">
            <a:avLst/>
          </a:prstGeom>
          <a:solidFill>
            <a:srgbClr val="C9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50187" y="7999626"/>
            <a:ext cx="642741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Pericytes/SMC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0354" y="8014026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28354" y="7999626"/>
            <a:ext cx="55131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Stromal cells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7094" y="8014026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15094" y="7999626"/>
            <a:ext cx="73416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Schwann / neural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133" y="544364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