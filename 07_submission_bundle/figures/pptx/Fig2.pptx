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50505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50505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92065" y="650847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00065" y="636447"/>
            <a:ext cx="900326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(5 lesions)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92065" y="772871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00065" y="758471"/>
            <a:ext cx="86046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(3 lesions)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815" y="425561"/>
            <a:ext cx="1484841" cy="1097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Programme score by compartment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459" y="486178"/>
            <a:ext cx="108000" cy="1072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4428" y="4813294"/>
            <a:ext cx="79200" cy="7920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2428" y="4798894"/>
            <a:ext cx="32687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all cells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3067" y="4748017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81067" y="4733617"/>
            <a:ext cx="867083" cy="197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top decile of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523" y="2670805"/>
            <a:ext cx="108000" cy="1072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1599" y="3055543"/>
            <a:ext cx="108000" cy="1072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