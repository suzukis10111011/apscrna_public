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478524" cy="4247387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igS6_leave_one_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478524" cy="4247387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62828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6854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90880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4906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18932" y="62641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2828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6854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90880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04906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932" y="953459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28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6854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0880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4906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8932" y="1280508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2828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6854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0880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04906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18932" y="1607557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228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4254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78280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2306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06332" y="1934606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2828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6854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90880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04906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18932" y="2261655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2828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76854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90880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204906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18932" y="2588704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2828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6854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790880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204906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18932" y="2915753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2828" y="324280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64254" y="324280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778280" y="324280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2306" y="3242802"/>
            <a:ext cx="1332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18932" y="3242802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2828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76854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790880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04906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618932" y="3569850"/>
            <a:ext cx="108000" cy="93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700" b="0">
                <a:solidFill>
                  <a:srgbClr val="000000"/>
                </a:solidFill>
                <a:latin typeface="Arial"/>
              </a:rPr>
              <a:t>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594" y="313457"/>
            <a:ext cx="108000" cy="107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456468" y="313457"/>
            <a:ext cx="108000" cy="10725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sz="800" b="1">
                <a:solidFill>
                  <a:srgbClr val="000000"/>
                </a:solidFill>
                <a:latin typeface="Arial"/>
              </a:rPr>
              <a:t>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