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78524" cy="28254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6_compar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28254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80687" y="185564"/>
            <a:ext cx="1169030" cy="1067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Myeloid cells: intrinsic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2620" y="201857"/>
            <a:ext cx="108000" cy="107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3691" y="201857"/>
            <a:ext cx="108000" cy="107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