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78524" cy="331622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7_independent_co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8524" cy="33162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09653" y="1264187"/>
            <a:ext cx="587271" cy="1067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pooled +0.03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7731" y="1398412"/>
            <a:ext cx="587271" cy="1067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pooled −0.00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77933" y="964997"/>
            <a:ext cx="296392" cy="1067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+0.08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815" y="194221"/>
            <a:ext cx="869840" cy="1067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GSE164241 gingiva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921" y="207190"/>
            <a:ext cx="108000" cy="1072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1871" y="3007102"/>
            <a:ext cx="79200" cy="79200"/>
          </a:xfrm>
          <a:prstGeom prst="rect">
            <a:avLst/>
          </a:prstGeom>
          <a:solidFill>
            <a:srgbClr val="8C6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871" y="2992702"/>
            <a:ext cx="1000056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same sign as discovery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1871" y="3126580"/>
            <a:ext cx="79200" cy="79200"/>
          </a:xfrm>
          <a:prstGeom prst="rect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871" y="3112180"/>
            <a:ext cx="1174584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consistent across all donors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1095" y="194221"/>
            <a:ext cx="1011124" cy="1067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Candidate reproduction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8839" y="207190"/>
            <a:ext cx="108000" cy="1072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3538" y="2667013"/>
            <a:ext cx="669600" cy="995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(13 donors)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198" y="2667013"/>
            <a:ext cx="612000" cy="995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(8 donors)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4959" y="2778855"/>
            <a:ext cx="554400" cy="2114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(1 donor)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