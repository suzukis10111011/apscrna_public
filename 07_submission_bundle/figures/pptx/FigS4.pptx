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78524" cy="32247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4_matrix_vs_requant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32247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0179" y="409528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179" y="395128"/>
            <a:ext cx="567893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author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870179" y="527087"/>
            <a:ext cx="79200" cy="79200"/>
          </a:xfrm>
          <a:prstGeom prst="rect">
            <a:avLst/>
          </a:prstGeom>
          <a:solidFill>
            <a:srgbClr val="9970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179" y="512687"/>
            <a:ext cx="1074854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re-quantified, all barcodes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70179" y="644646"/>
            <a:ext cx="79200" cy="79200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179" y="630246"/>
            <a:ext cx="124107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re-quantified, matrix barcodes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815" y="192279"/>
            <a:ext cx="529095" cy="1097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Enrichment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3498" y="2917987"/>
            <a:ext cx="79200" cy="79200"/>
          </a:xfrm>
          <a:prstGeom prst="rect">
            <a:avLst/>
          </a:prstGeom>
          <a:solidFill>
            <a:srgbClr val="9970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1498" y="2903587"/>
            <a:ext cx="1199516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vs re-quantified, all barcodes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3498" y="3036181"/>
            <a:ext cx="79200" cy="79200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1498" y="3021781"/>
            <a:ext cx="1365733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vs re-quantified, matrix barcodes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8157" y="192279"/>
            <a:ext cx="994502" cy="1097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Stromal-set agreement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4926" y="2150512"/>
            <a:ext cx="1249200" cy="19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Inflammatory programme</a:t>
            </a:r>
          </a:p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all barcodes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3326" y="1604683"/>
            <a:ext cx="1360800" cy="19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Tissue-forming programme</a:t>
            </a:r>
          </a:p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all barcodes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4926" y="1058855"/>
            <a:ext cx="1249200" cy="19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Inflammatory programme</a:t>
            </a:r>
          </a:p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matrix barcodes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3326" y="513027"/>
            <a:ext cx="1360800" cy="19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Tissue-forming programme</a:t>
            </a:r>
          </a:p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matrix barcodes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500" y="192279"/>
            <a:ext cx="952948" cy="1097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TF screen agreement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564" y="207165"/>
            <a:ext cx="108000" cy="1072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57073" y="207165"/>
            <a:ext cx="108000" cy="1072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4331" y="207165"/>
            <a:ext cx="108000" cy="1072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