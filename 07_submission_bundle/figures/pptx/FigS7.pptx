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60472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7_state_labe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6047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7770" y="759928"/>
            <a:ext cx="157191" cy="246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within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5424" y="610318"/>
            <a:ext cx="157191" cy="3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1068" y="759928"/>
            <a:ext cx="157191" cy="246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within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722" y="610318"/>
            <a:ext cx="157191" cy="3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4367" y="759928"/>
            <a:ext cx="157191" cy="246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within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2020" y="610318"/>
            <a:ext cx="157191" cy="3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projected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23" y="2652092"/>
            <a:ext cx="79200" cy="79200"/>
          </a:xfrm>
          <a:prstGeom prst="rect">
            <a:avLst/>
          </a:prstGeom>
          <a:solidFill>
            <a:srgbClr val="440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823" y="2637692"/>
            <a:ext cx="551271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7783" y="2652092"/>
            <a:ext cx="79200" cy="79200"/>
          </a:xfrm>
          <a:prstGeom prst="rect">
            <a:avLst/>
          </a:prstGeom>
          <a:solidFill>
            <a:srgbClr val="31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5783" y="2637692"/>
            <a:ext cx="52633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intermediate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1811" y="2652092"/>
            <a:ext cx="79200" cy="79200"/>
          </a:xfrm>
          <a:prstGeom prst="rect">
            <a:avLst/>
          </a:prstGeom>
          <a:solidFill>
            <a:srgbClr val="35B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9811" y="2637692"/>
            <a:ext cx="609447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8947" y="2652092"/>
            <a:ext cx="79200" cy="792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6947" y="2637692"/>
            <a:ext cx="28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559" y="630639"/>
            <a:ext cx="108000" cy="107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5469" y="8768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498" y="8768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9627" y="876842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1157" y="87684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7569" y="1272792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498" y="127279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7527" y="127279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157" y="127279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8069" y="166874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498" y="16687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9627" y="1668742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8557" y="16687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5469" y="2064691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498" y="2064691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9627" y="2064691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0657" y="2064691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6555" y="582915"/>
            <a:ext cx="853218" cy="1074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Cell-level confusion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3155" y="630639"/>
            <a:ext cx="108000" cy="107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54064" y="5119370"/>
            <a:ext cx="79200" cy="792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62064" y="5104970"/>
            <a:ext cx="76735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(6,215)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54064" y="5242665"/>
            <a:ext cx="79200" cy="792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62064" y="5228265"/>
            <a:ext cx="727487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(1,779)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8279" y="2942775"/>
            <a:ext cx="2084780" cy="1074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Validation projected onto the discovery embedding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926" y="2947737"/>
            <a:ext cx="108000" cy="107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