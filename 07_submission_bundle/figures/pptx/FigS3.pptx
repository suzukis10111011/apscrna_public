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3139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3_genesets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3139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776" y="228408"/>
            <a:ext cx="108000" cy="1072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9729" y="228408"/>
            <a:ext cx="108000" cy="1072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